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En los bloques la ganancia es de una centésima frente al bosque y la logística. En 2026, medido una vez con lo congelado en 2025, XGBoost da 0,848 y le saca 0,023 a la logística. La brecha no muestra caída de la validación a la prueba. Por qué XGBoost y no la logística: un retraso cuesta más que una falsa alarma, y con el mismo esfuerzo de revisión atrapa 347 tardías más en 2026 (BCa por órdenes [150; 569]); las de material sin stock tienen un intervalo que roza el cero. Entrenar tarda minutos: se puede reentrenar cada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XGBoost con Platt, con sus contribuciones SHAP exactas. Pruebas: Friedman rechaza la igualdad; Nemenyi es conservador con 8 bloques; el Wilcoxon pareado con Holm separa porque XGBoost gana en cada bloque. DeLong mira dentro de cada bloque (validado contra pROC); como supone filas independientes, se lee con el BCa que remuestrea órdenes. Cliff con el bosque: pequeño (0,25).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5 · expone B] Sobreajuste en dos vistas: interno contra externo por bloque y la curva de aprendizaje. En 2026, el error se concentra en las órdenes con entidades nuevas y en ganadería; el falso negativo típico no se podía ver al liberar.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 «¿y en otros datos?». La ganancia de la propuesta en OTIF (0,012) depende de rasgos del caso: entidades con historia en el tiempo, desenlace continuo y plazo prometido. Airlines no trae el año: su partición es por mes. No decir que generaliza: es una hipótesis con apoyo.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objetivo. La propuesta del Entregable 3 le gana a XGBoost por 0,012 en 2026; se presenta aparte.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5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3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3 y 4: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4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6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11999"/>
            <a:ext cx="489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671999"/>
          <a:ext cx="4895998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557"/>
                <a:gridCol w="1444721"/>
                <a:gridCol w="722360"/>
                <a:gridCol w="722360"/>
              </a:tblGrid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XGBoost, con Platt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Frente a la logística, con el mismo 20 % de alertas: 35 tardías más por mes, 17 de material sin stock.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8000" y="3852000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De la validación 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8000" y="4111200"/>
            <a:ext cx="2771999" cy="55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AUC interno 0,854, bloques externos 0,852, prueba 2026 0,848: no cae.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data/modelos/lideres.csv; resultados/prueba_2026/metricas.csv, brecha.csv, criticas.csv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000" y="972000"/>
            <a:ext cx="3744000" cy="23795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564000"/>
            <a:ext cx="388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Dentro de cada bloque, DeLong con Holm: supera al bosque en 6 de 8 y a la logística en 7, sin perder en ninguno. Ventaja 0,009-0,012 de AUC, con BCa por órdenes lejos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wilcoxon.csv; resultados/pruebas/resumen.csv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61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4060800"/>
            <a:ext cx="788399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Errores de XGBoost en 2026:  </a:t>
            </a:r>
            <a:r>
              <a:rPr sz="1050" b="0">
                <a:solidFill>
                  <a:srgbClr val="FFFFFF"/>
                </a:solidFill>
                <a:latin typeface="Calibri"/>
              </a:rPr>
              <a:t>de 16.374 tardías marcó 11.341 (69 %), con 5.889 falsas alarmas. AUC 0,856 con todo conocido y 0,821 con alguna entidad nueva; ganadería, 0,712. El falso negativo típico tenía plazo amplio y un proveedor puntual: el retraso se decide en la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resultados/experimentos/por_bloque.csv, resultados/prueba_2026/segmentos.csv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 otros datos, la propuesta gana donde hay historia por 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VALIDACIÓN EN CONJUNTOS PÚBLICOS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5183997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301"/>
                <a:gridCol w="639123"/>
                <a:gridCol w="568109"/>
                <a:gridCol w="1278246"/>
                <a:gridCol w="497095"/>
                <a:gridCol w="639123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XGBoost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K3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[IC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 Holm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Vuelos (Airlines)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-0,002 [-0,006; 0,003]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0,965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Acceso (Amazon)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0,870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0,856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-0,013 [-0,022; -0,004]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0,038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pierde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Publicidad (Click)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0,707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0,699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-0,008 [-0,014; -0,002]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0,043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pierde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Buses de Nueva York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-0,002 [-0,004; 0,001]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Transporte de Zúrich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0,001 [-0,008; 0,008]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0,965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Reingreso (Diabetes130US)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0,016 [0,008; 0,024]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gana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Citas no asistidas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0,005 [0,003; 0,008]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gana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851999"/>
            <a:ext cx="5184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Mismo protocolo para los dos: Optuna con 20 evaluaciones en validación, una medida en la prueba, DeLong pareado con Holm sobre los siete. La segunda ronda (filas 4 a 7) se eligió con un criterio fijado antes de correr. El plazo log-normal y las variables nuevas no aplican fuera de OTIF.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68000" y="1188000"/>
            <a:ext cx="2844000" cy="230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0000" y="1295999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Lectura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0000" y="1555200"/>
            <a:ext cx="2520000" cy="18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2, empata 3, pierde 2; Wilcoxon p = 0,81: no hay superioridad general.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donde la entidad vuelve (el paciente), como el proveedor en OTIF.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Empata en transporte; pierde sin tiempo ni desenlace continuo.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68000" y="3600000"/>
            <a:ext cx="2844000" cy="111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3664800"/>
            <a:ext cx="2484000" cy="10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Cuidado:  </a:t>
            </a:r>
            <a:r>
              <a:rPr sz="1050" b="0">
                <a:solidFill>
                  <a:srgbClr val="FFFFFF"/>
                </a:solidFill>
                <a:latin typeface="Calibri"/>
              </a:rPr>
              <a:t>esa separación se vio después de la segunda ronda; confirmarla pide una tercera fijada antes de correr.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10: original/publicos_otif_resumen.csv (OpenML)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 de forma significativa y material: en 2026, AUC 0,848 contra 0,825 de la logística, y más tardías atrapadas con las mismas alertas.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188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AUC 0,82 contra 0,86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XGBoost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2844000"/>
            <a:ext cx="3168000" cy="18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2908800"/>
            <a:ext cx="2808000" cy="17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33 % de las posiciones, XGBoost ve venir el 69 % de las tardías de 2026. El comprador puede concentrar el seguimiento en un tercio de las órdenes.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4, 6 y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